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спикер-нота.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Вторая нота.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Тестовый слайд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